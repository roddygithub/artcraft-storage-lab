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lt1" bg2="lt2" folHlink="followedHyperlink" hlink="hyper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-044 synthetic title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solidFill>
            <a:srgbClr val="F2F6FF"/>
          </a:solidFill>
          <a:ln>
            <a:solidFill>
              <a:srgbClr val="38598A"/>
            </a:solidFill>
          </a:ln>
        </p:spPr>
        <p:txBody>
          <a:bodyPr/>
          <a:lstStyle/>
          <a:p>
            <a:r>
              <a:rPr lang="en-US" sz="2800" b="1">
                <a:solidFill>
                  <a:srgbClr val="183153"/>
                </a:solidFill>
              </a:rPr>
              <a:t>GR-044 synthetic slide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-044 synthetic">
  <a:themeElements>
    <a:clrScheme name="Synthetic">
      <a:dk1>
        <a:srgbClr val="000000"/>
      </a:dk1>
      <a:lt1>
        <a:srgbClr val="FFFFFF"/>
      </a:lt1>
      <a:dk2>
        <a:srgbClr val="183153"/>
      </a:dk2>
      <a:lt2>
        <a:srgbClr val="F2F6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ynthetic">
      <a:majorFont>
        <a:latin typeface="Arial"/>
      </a:majorFont>
      <a:minorFont>
        <a:latin typeface="Arial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