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presentation.xml" ContentType="application/vnd.openxmlformats-officedocument.presentationml.presentation.main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5143500"/>
  <p:notesSz cx="6858000" cy="9144000"/>
  <p:defaultTextStyle>
    <a:lvl1pPr marL="0" algn="l">
      <a:defRPr sz="1800" kern="1200">
        <a:solidFill>
          <a:schemeClr val="tx1"/>
        </a:solidFill>
        <a:latin typeface="+mn-lt"/>
      </a:defRPr>
    </a:lvl1pPr>
    <a:lvl2pPr marL="457200" algn="l">
      <a:defRPr sz="1800" kern="1200">
        <a:solidFill>
          <a:schemeClr val="tx1"/>
        </a:solidFill>
        <a:latin typeface="+mn-lt"/>
      </a:defRPr>
    </a:lvl2pPr>
    <a:lvl3pPr marL="914400" algn="l">
      <a:defRPr sz="1800" kern="1200">
        <a:solidFill>
          <a:schemeClr val="tx1"/>
        </a:solidFill>
        <a:latin typeface="+mn-lt"/>
      </a:defRPr>
    </a:lvl3pPr>
    <a:lvl4pPr marL="1371600" algn="l">
      <a:defRPr sz="1800" kern="1200">
        <a:solidFill>
          <a:schemeClr val="tx1"/>
        </a:solidFill>
        <a:latin typeface="+mn-lt"/>
      </a:defRPr>
    </a:lvl4pPr>
    <a:lvl5pPr marL="1828800" algn="l">
      <a:defRPr sz="1800" kern="1200">
        <a:solidFill>
          <a:schemeClr val="tx1"/>
        </a:solidFill>
        <a:latin typeface="+mn-lt"/>
      </a:defRPr>
    </a:lvl5pPr>
    <a:lvl6pPr marL="2286000" algn="l">
      <a:defRPr sz="1800" kern="1200">
        <a:solidFill>
          <a:schemeClr val="tx1"/>
        </a:solidFill>
        <a:latin typeface="+mn-lt"/>
      </a:defRPr>
    </a:lvl6pPr>
    <a:lvl7pPr marL="2743200" algn="l">
      <a:defRPr sz="1800" kern="1200">
        <a:solidFill>
          <a:schemeClr val="tx1"/>
        </a:solidFill>
        <a:latin typeface="+mn-lt"/>
      </a:defRPr>
    </a:lvl7pPr>
    <a:lvl8pPr marL="3200400" algn="l">
      <a:defRPr sz="1800" kern="1200">
        <a:solidFill>
          <a:schemeClr val="tx1"/>
        </a:solidFill>
        <a:latin typeface="+mn-lt"/>
      </a:defRPr>
    </a:lvl8pPr>
    <a:lvl9pPr marL="3657600" algn="l">
      <a:defRPr sz="1800" kern="1200">
        <a:solidFill>
          <a:schemeClr val="tx1"/>
        </a:solidFill>
        <a:latin typeface="+mn-lt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theme" Target="theme/theme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 kern="1200">
          <a:solidFill>
            <a:schemeClr val="tx1"/>
          </a:solidFill>
          <a:latin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</a:defRPr>
      </a:lvl1pPr>
      <a:lvl2pPr marL="685800" indent="-228600" algn="l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</a:defRPr>
      </a:lvl2pPr>
      <a:lvl3pPr marL="1143000" indent="-228600" algn="l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</a:defRPr>
      </a:lvl3pPr>
      <a:lvl4pPr marL="1600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4pPr>
      <a:lvl5pPr marL="20574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5pPr>
      <a:lvl6pPr marL="25146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6pPr>
      <a:lvl7pPr marL="29718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7pPr>
      <a:lvl8pPr marL="34290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8pPr>
      <a:lvl9pPr marL="3886200" indent="-228600" algn="l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</a:defRPr>
      </a:lvl9pPr>
    </p:bodyStyle>
    <p:otherStyle>
      <a:lvl1pPr marL="0" algn="l">
        <a:defRPr sz="1800" kern="1200">
          <a:solidFill>
            <a:schemeClr val="tx1"/>
          </a:solidFill>
          <a:latin typeface="+mn-lt"/>
        </a:defRPr>
      </a:lvl1pPr>
      <a:lvl2pPr marL="457200" algn="l">
        <a:defRPr sz="1800" kern="1200">
          <a:solidFill>
            <a:schemeClr val="tx1"/>
          </a:solidFill>
          <a:latin typeface="+mn-lt"/>
        </a:defRPr>
      </a:lvl2pPr>
      <a:lvl3pPr marL="914400" algn="l">
        <a:defRPr sz="1800" kern="1200">
          <a:solidFill>
            <a:schemeClr val="tx1"/>
          </a:solidFill>
          <a:latin typeface="+mn-lt"/>
        </a:defRPr>
      </a:lvl3pPr>
      <a:lvl4pPr marL="1371600" algn="l">
        <a:defRPr sz="1800" kern="1200">
          <a:solidFill>
            <a:schemeClr val="tx1"/>
          </a:solidFill>
          <a:latin typeface="+mn-lt"/>
        </a:defRPr>
      </a:lvl4pPr>
      <a:lvl5pPr marL="1828800" algn="l">
        <a:defRPr sz="1800" kern="1200">
          <a:solidFill>
            <a:schemeClr val="tx1"/>
          </a:solidFill>
          <a:latin typeface="+mn-lt"/>
        </a:defRPr>
      </a:lvl5pPr>
      <a:lvl6pPr marL="2286000" algn="l">
        <a:defRPr sz="1800" kern="1200">
          <a:solidFill>
            <a:schemeClr val="tx1"/>
          </a:solidFill>
          <a:latin typeface="+mn-lt"/>
        </a:defRPr>
      </a:lvl6pPr>
      <a:lvl7pPr marL="2743200" algn="l">
        <a:defRPr sz="1800" kern="1200">
          <a:solidFill>
            <a:schemeClr val="tx1"/>
          </a:solidFill>
          <a:latin typeface="+mn-lt"/>
        </a:defRPr>
      </a:lvl7pPr>
      <a:lvl8pPr marL="3200400" algn="l">
        <a:defRPr sz="1800" kern="1200">
          <a:solidFill>
            <a:schemeClr val="tx1"/>
          </a:solidFill>
          <a:latin typeface="+mn-lt"/>
        </a:defRPr>
      </a:lvl8pPr>
      <a:lvl9pPr marL="3657600" algn="l">
        <a:defRPr sz="1800" kern="1200">
          <a:solidFill>
            <a:schemeClr val="tx1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GR-044 synthetic title"/>
          <p:cNvSpPr/>
          <p:nvPr/>
        </p:nvSpPr>
        <p:spPr>
          <a:xfrm>
            <a:off x="914400" y="914400"/>
            <a:ext cx="7315200" cy="1371600"/>
          </a:xfrm>
          <a:prstGeom prst="rect">
            <a:avLst/>
          </a:prstGeom>
          <a:solidFill>
            <a:srgbClr val="F2F6FF"/>
          </a:solidFill>
          <a:ln>
            <a:solidFill>
              <a:srgbClr val="38598A"/>
            </a:solidFill>
          </a:ln>
        </p:spPr>
        <p:txBody>
          <a:bodyPr anchor="t"/>
          <a:lstStyle/>
          <a:p>
            <a:r>
              <a:rPr lang="en-US" sz="2800" b="1">
                <a:solidFill>
                  <a:srgbClr val="183153"/>
                </a:solidFill>
              </a:rPr>
              <a:t>gr044runtimeeditpassed</a:t>
            </a:r>
            <a:endParaRPr lang="en-US" sz="2800" b="1">
              <a:solidFill>
                <a:srgbClr val="183153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GR-044 synthetic">
  <a:themeElements>
    <a:clrScheme name="Synthetic">
      <a:dk1>
        <a:srgbClr val="000000"/>
      </a:dk1>
      <a:lt1>
        <a:srgbClr val="FFFFFF"/>
      </a:lt1>
      <a:dk2>
        <a:srgbClr val="183153"/>
      </a:dk2>
      <a:lt2>
        <a:srgbClr val="F2F6FF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Synthetic">
      <a:majorFont>
        <a:latin typeface="Arial"/>
        <a:ea typeface=""/>
        <a:cs typeface=""/>
      </a:majorFont>
      <a:minorFont>
        <a:latin typeface="Arial"/>
        <a:ea typeface=""/>
        <a:cs typeface=""/>
      </a:minorFont>
    </a:fontScheme>
    <a:fmtScheme name="Synthetic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3000"/>
              </a:schemeClr>
            </a:gs>
            <a:gs pos="100000">
              <a:schemeClr val="phClr">
                <a:lumMod val="9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lumMod val="105000"/>
                <a:satMod val="103000"/>
              </a:schemeClr>
            </a:gs>
            <a:gs pos="100000">
              <a:schemeClr val="phClr">
                <a:lumMod val="80000"/>
              </a:schemeClr>
            </a:gs>
          </a:gsLst>
          <a:lin ang="5400000" scaled="0"/>
        </a:gra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lumMod val="102000"/>
                <a:satMod val="103000"/>
              </a:schemeClr>
            </a:gs>
            <a:gs pos="100000">
              <a:schemeClr val="phClr">
                <a:lumMod val="85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Application>DeckCraft</Application>
  <Slides>1</Slides>
  <Notes>0</Notes>
  <HiddenSlides>0</HiddenSlides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/>
</file>